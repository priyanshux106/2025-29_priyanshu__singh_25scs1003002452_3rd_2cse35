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Platypi"/>
      <p:regular r:id="rId201314"/>
    </p:embeddedFont>
    <p:embeddedFont>
      <p:font typeface="Platypi Medium"/>
      <p:regular r:id="rId201315"/>
    </p:embeddedFont>
    <p:embeddedFont>
      <p:font typeface="Platypi Bold"/>
      <p:regular r:id="rId201316"/>
    </p:embeddedFont>
    <p:embeddedFont>
      <p:font typeface="Source Serif 4"/>
      <p:regular r:id="rId201317"/>
    </p:embeddedFont>
    <p:embeddedFont>
      <p:font typeface="Source Serif 4 Medium"/>
      <p:regular r:id="rId201318"/>
    </p:embeddedFont>
    <p:embeddedFont>
      <p:font typeface="Source Serif 4 Bold"/>
      <p:regular r:id="rId2013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B.Tech" TargetMode="External"/><Relationship Id="rId1" Type="http://schemas.openxmlformats.org/officeDocument/2006/relationships/image" Target="../media/image-1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svg"/><Relationship Id="rId4" Type="http://schemas.openxmlformats.org/officeDocument/2006/relationships/image" Target="../media/image-6-2.png"/><Relationship Id="rId5" Type="http://schemas.openxmlformats.org/officeDocument/2006/relationships/image" Target="../media/image-6-3.svg"/><Relationship Id="rId6" Type="http://schemas.openxmlformats.org/officeDocument/2006/relationships/image" Target="../media/image-6-6.png"/><Relationship Id="rId7" Type="http://schemas.openxmlformats.org/officeDocument/2006/relationships/image" Target="../media/image-6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image" Target="../media/image-7-9.png"/><Relationship Id="rId10" Type="http://schemas.openxmlformats.org/officeDocument/2006/relationships/image" Target="../media/image-7-10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F9F7F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6985" y="2759075"/>
            <a:ext cx="1377916" cy="13398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1706166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IILM UNIVERSITY 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5233360" y="2372420"/>
            <a:ext cx="6296860" cy="7088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Topic - </a:t>
            </a:r>
            <a:pPr algn="l" indent="0" marL="0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201B18"/>
                </a:solidFill>
                <a:latin typeface="Platypi Bold" pitchFamily="34" charset="0"/>
                <a:ea typeface="Platypi Bold" pitchFamily="34" charset="-122"/>
                <a:cs typeface="Platypi Bold" pitchFamily="34" charset="-120"/>
              </a:rPr>
              <a:t>DIGITAL DOCUMENTATION, DATA ANALYSIS AND EDUCATIONAL OUTREACH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233360" y="3364706"/>
            <a:ext cx="6296860" cy="13325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Internship report — Priyanshu Singh </a:t>
            </a:r>
            <a:endParaRPr lang="en-US" sz="1450" dirty="0"/>
          </a:p>
          <a:p>
            <a:pPr algn="ctr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b="1" u="sng" dirty="0">
                <a:solidFill>
                  <a:srgbClr val="3E2513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B.Tech</a:t>
            </a:r>
            <a:pPr algn="ctr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CSE - 3rd Semester</a:t>
            </a:r>
            <a:endParaRPr lang="en-US" sz="1450" dirty="0"/>
          </a:p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Roll: 25SCS1003002452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7168871" y="4909840"/>
            <a:ext cx="4970933" cy="241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Youth Army — Prayagraj | 1 Jun 2026 – 22 Jun 2026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1657052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Why this Internship?</a:t>
            </a:r>
            <a:endParaRPr lang="en-US" sz="3700" dirty="0"/>
          </a:p>
        </p:txBody>
      </p:sp>
      <p:sp>
        <p:nvSpPr>
          <p:cNvPr id="4" name="Shape 1"/>
          <p:cNvSpPr/>
          <p:nvPr/>
        </p:nvSpPr>
        <p:spPr>
          <a:xfrm>
            <a:off x="5233360" y="2531170"/>
            <a:ext cx="3053877" cy="1391543"/>
          </a:xfrm>
          <a:prstGeom prst="roundRect">
            <a:avLst>
              <a:gd name="adj" fmla="val 2038"/>
            </a:avLst>
          </a:prstGeom>
          <a:solidFill>
            <a:srgbClr val="F9F7F7"/>
          </a:solidFill>
          <a:ln/>
        </p:spPr>
      </p:sp>
      <p:sp>
        <p:nvSpPr>
          <p:cNvPr id="5" name="Text 2"/>
          <p:cNvSpPr/>
          <p:nvPr/>
        </p:nvSpPr>
        <p:spPr>
          <a:xfrm>
            <a:off x="5422367" y="2720181"/>
            <a:ext cx="26758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Purpose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5422367" y="3128863"/>
            <a:ext cx="267586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Apply basic digital skills to community outreach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8476244" y="2531170"/>
            <a:ext cx="3053976" cy="1391543"/>
          </a:xfrm>
          <a:prstGeom prst="roundRect">
            <a:avLst>
              <a:gd name="adj" fmla="val 2038"/>
            </a:avLst>
          </a:prstGeom>
          <a:solidFill>
            <a:srgbClr val="F9F7F7"/>
          </a:solidFill>
          <a:ln/>
        </p:spPr>
      </p:sp>
      <p:sp>
        <p:nvSpPr>
          <p:cNvPr id="8" name="Text 5"/>
          <p:cNvSpPr/>
          <p:nvPr/>
        </p:nvSpPr>
        <p:spPr>
          <a:xfrm>
            <a:off x="8665251" y="2720181"/>
            <a:ext cx="267596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Focus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8665251" y="3128863"/>
            <a:ext cx="267596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Documentation, data analysis, educational content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5233360" y="4111724"/>
            <a:ext cx="6296860" cy="1089124"/>
          </a:xfrm>
          <a:prstGeom prst="roundRect">
            <a:avLst>
              <a:gd name="adj" fmla="val 2603"/>
            </a:avLst>
          </a:prstGeom>
          <a:solidFill>
            <a:srgbClr val="F9F7F7"/>
          </a:solidFill>
          <a:ln/>
        </p:spPr>
      </p:sp>
      <p:sp>
        <p:nvSpPr>
          <p:cNvPr id="11" name="Text 8"/>
          <p:cNvSpPr/>
          <p:nvPr/>
        </p:nvSpPr>
        <p:spPr>
          <a:xfrm>
            <a:off x="5422367" y="4300736"/>
            <a:ext cx="59188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Outcome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5422367" y="4709418"/>
            <a:ext cx="59188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Reusable digital assets for field use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1449884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Core Responsibilities</a:t>
            </a:r>
            <a:endParaRPr lang="en-US" sz="3700" dirty="0"/>
          </a:p>
        </p:txBody>
      </p:sp>
      <p:sp>
        <p:nvSpPr>
          <p:cNvPr id="4" name="Shape 1"/>
          <p:cNvSpPr/>
          <p:nvPr/>
        </p:nvSpPr>
        <p:spPr>
          <a:xfrm>
            <a:off x="5233360" y="2324001"/>
            <a:ext cx="425241" cy="425252"/>
          </a:xfrm>
          <a:prstGeom prst="roundRect">
            <a:avLst>
              <a:gd name="adj" fmla="val 6667"/>
            </a:avLst>
          </a:prstGeom>
          <a:solidFill>
            <a:srgbClr val="F9F7F7"/>
          </a:solidFill>
          <a:ln/>
        </p:spPr>
      </p:sp>
      <p:sp>
        <p:nvSpPr>
          <p:cNvPr id="5" name="Text 2"/>
          <p:cNvSpPr/>
          <p:nvPr/>
        </p:nvSpPr>
        <p:spPr>
          <a:xfrm>
            <a:off x="5847608" y="2388890"/>
            <a:ext cx="568261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Documentation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5847608" y="2797572"/>
            <a:ext cx="568261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Maintain digital records of ground activities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5233360" y="3478014"/>
            <a:ext cx="425241" cy="425252"/>
          </a:xfrm>
          <a:prstGeom prst="roundRect">
            <a:avLst>
              <a:gd name="adj" fmla="val 6667"/>
            </a:avLst>
          </a:prstGeom>
          <a:solidFill>
            <a:srgbClr val="F9F7F7"/>
          </a:solidFill>
          <a:ln/>
        </p:spPr>
      </p:sp>
      <p:sp>
        <p:nvSpPr>
          <p:cNvPr id="8" name="Text 5"/>
          <p:cNvSpPr/>
          <p:nvPr/>
        </p:nvSpPr>
        <p:spPr>
          <a:xfrm>
            <a:off x="5847608" y="3542903"/>
            <a:ext cx="568261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Data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5847608" y="3951585"/>
            <a:ext cx="568261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Organize surveys in Excel; create graphs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5233360" y="4632027"/>
            <a:ext cx="425241" cy="425252"/>
          </a:xfrm>
          <a:prstGeom prst="roundRect">
            <a:avLst>
              <a:gd name="adj" fmla="val 6667"/>
            </a:avLst>
          </a:prstGeom>
          <a:solidFill>
            <a:srgbClr val="F9F7F7"/>
          </a:solidFill>
          <a:ln/>
        </p:spPr>
      </p:sp>
      <p:sp>
        <p:nvSpPr>
          <p:cNvPr id="11" name="Text 8"/>
          <p:cNvSpPr/>
          <p:nvPr/>
        </p:nvSpPr>
        <p:spPr>
          <a:xfrm>
            <a:off x="5847608" y="4696916"/>
            <a:ext cx="568261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Content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5847608" y="5105598"/>
            <a:ext cx="568261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Prepare PPTs, PDFs, posters; support social media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275582"/>
            <a:ext cx="4070744" cy="230673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99726" y="2396629"/>
            <a:ext cx="6336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Operational Pipeline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199726" y="3176290"/>
            <a:ext cx="6336745" cy="1407914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Ground activities → Digital documentation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Excel organization → Survey analysis &amp; graphs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Reports → PPTs/PDFs &amp; awareness posters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Deploy in community outreach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43790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Educational Content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3406577"/>
            <a:ext cx="762378" cy="4711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60087" y="3406577"/>
            <a:ext cx="246681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Simple &amp; Visual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1660087" y="3815259"/>
            <a:ext cx="246681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Slides tailored for school students with low access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3135" y="3406577"/>
            <a:ext cx="762378" cy="47119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361746" y="3406577"/>
            <a:ext cx="246681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Printable PDFs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5361746" y="3815259"/>
            <a:ext cx="246681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High-res for print and projector use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4794" y="3406577"/>
            <a:ext cx="762378" cy="47119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063406" y="3406577"/>
            <a:ext cx="246681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Social Assets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9063406" y="3815259"/>
            <a:ext cx="246681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Instagram-ready awareness creatives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954510"/>
            <a:ext cx="5203794" cy="29488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32776" y="1012726"/>
            <a:ext cx="5203794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Data &amp; Analysis</a:t>
            </a:r>
            <a:endParaRPr lang="en-US" sz="37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32776" y="1816001"/>
            <a:ext cx="2507394" cy="205948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473019" y="1957784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1</a:t>
            </a:r>
            <a:endParaRPr lang="en-US" sz="1750" dirty="0"/>
          </a:p>
        </p:txBody>
      </p:sp>
      <p:sp>
        <p:nvSpPr>
          <p:cNvPr id="6" name="Text 2"/>
          <p:cNvSpPr/>
          <p:nvPr/>
        </p:nvSpPr>
        <p:spPr>
          <a:xfrm>
            <a:off x="6547182" y="2571948"/>
            <a:ext cx="207858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Survey Databases</a:t>
            </a:r>
            <a:endParaRPr lang="en-US" sz="1850" dirty="0"/>
          </a:p>
        </p:txBody>
      </p:sp>
      <p:sp>
        <p:nvSpPr>
          <p:cNvPr id="7" name="Text 3"/>
          <p:cNvSpPr/>
          <p:nvPr/>
        </p:nvSpPr>
        <p:spPr>
          <a:xfrm>
            <a:off x="6547182" y="3056235"/>
            <a:ext cx="2078581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Student &amp; youth demographics</a:t>
            </a:r>
            <a:endParaRPr lang="en-US" sz="14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029176" y="1816001"/>
            <a:ext cx="2507394" cy="205948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169419" y="1957784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2</a:t>
            </a:r>
            <a:endParaRPr lang="en-US" sz="1750" dirty="0"/>
          </a:p>
        </p:txBody>
      </p:sp>
      <p:sp>
        <p:nvSpPr>
          <p:cNvPr id="10" name="Text 5"/>
          <p:cNvSpPr/>
          <p:nvPr/>
        </p:nvSpPr>
        <p:spPr>
          <a:xfrm>
            <a:off x="9243583" y="2571948"/>
            <a:ext cx="207858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Graphs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9243583" y="3056235"/>
            <a:ext cx="2078581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Visualize findings for reports</a:t>
            </a:r>
            <a:endParaRPr lang="en-US" sz="14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32776" y="4064496"/>
            <a:ext cx="5203794" cy="175706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821170" y="4206280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3</a:t>
            </a:r>
            <a:endParaRPr lang="en-US" sz="1750" dirty="0"/>
          </a:p>
        </p:txBody>
      </p:sp>
      <p:sp>
        <p:nvSpPr>
          <p:cNvPr id="14" name="Text 8"/>
          <p:cNvSpPr/>
          <p:nvPr/>
        </p:nvSpPr>
        <p:spPr>
          <a:xfrm>
            <a:off x="6547182" y="4820444"/>
            <a:ext cx="477498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Fund Analysis</a:t>
            </a:r>
            <a:endParaRPr lang="en-US" sz="1850" dirty="0"/>
          </a:p>
        </p:txBody>
      </p:sp>
      <p:sp>
        <p:nvSpPr>
          <p:cNvPr id="15" name="Text 9"/>
          <p:cNvSpPr/>
          <p:nvPr/>
        </p:nvSpPr>
        <p:spPr>
          <a:xfrm>
            <a:off x="6547182" y="5304730"/>
            <a:ext cx="4774981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Basic expenditure summaries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04450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Design &amp; Tools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3013174"/>
            <a:ext cx="472468" cy="472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0177" y="3013174"/>
            <a:ext cx="275672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MS Word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1370177" y="3421856"/>
            <a:ext cx="275672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Documentation &amp; reports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63135" y="3013174"/>
            <a:ext cx="472468" cy="472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071836" y="3013174"/>
            <a:ext cx="275672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MS Excel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5071836" y="3421856"/>
            <a:ext cx="275672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Data organization &amp; charts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64794" y="3013174"/>
            <a:ext cx="472468" cy="4724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773496" y="3013174"/>
            <a:ext cx="275672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PowerPoint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8773496" y="3421856"/>
            <a:ext cx="275672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Educational slide decks</a:t>
            </a:r>
            <a:endParaRPr lang="en-US" sz="14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1475" y="4102298"/>
            <a:ext cx="472468" cy="47248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370177" y="4102298"/>
            <a:ext cx="275672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Figma &amp; Canva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1370177" y="4510980"/>
            <a:ext cx="275672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Posters, layouts, prototyping</a:t>
            </a:r>
            <a:endParaRPr lang="en-US" sz="14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363135" y="4102298"/>
            <a:ext cx="472468" cy="47248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071836" y="4102298"/>
            <a:ext cx="275672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Google Drive</a:t>
            </a:r>
            <a:endParaRPr lang="en-US" sz="1850" dirty="0"/>
          </a:p>
        </p:txBody>
      </p:sp>
      <p:sp>
        <p:nvSpPr>
          <p:cNvPr id="17" name="Text 10"/>
          <p:cNvSpPr/>
          <p:nvPr/>
        </p:nvSpPr>
        <p:spPr>
          <a:xfrm>
            <a:off x="5071836" y="4510980"/>
            <a:ext cx="275672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Cloud collaboration &amp; storage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520005"/>
            <a:ext cx="6296860" cy="535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Methodology</a:t>
            </a:r>
            <a:endParaRPr lang="en-US" sz="3350" dirty="0"/>
          </a:p>
        </p:txBody>
      </p:sp>
      <p:sp>
        <p:nvSpPr>
          <p:cNvPr id="4" name="Text 1"/>
          <p:cNvSpPr/>
          <p:nvPr/>
        </p:nvSpPr>
        <p:spPr>
          <a:xfrm>
            <a:off x="5233360" y="1288058"/>
            <a:ext cx="342594" cy="2141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04C49"/>
                </a:solidFill>
                <a:latin typeface="Platypi Light" pitchFamily="34" charset="0"/>
                <a:ea typeface="Platypi Light" pitchFamily="34" charset="-122"/>
                <a:cs typeface="Platypi Light" pitchFamily="34" charset="-120"/>
              </a:rPr>
              <a:t>01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5233360" y="1560116"/>
            <a:ext cx="6296860" cy="19050"/>
          </a:xfrm>
          <a:prstGeom prst="rect">
            <a:avLst/>
          </a:prstGeom>
          <a:solidFill>
            <a:srgbClr val="3E2513"/>
          </a:solidFill>
          <a:ln/>
        </p:spPr>
      </p:sp>
      <p:sp>
        <p:nvSpPr>
          <p:cNvPr id="6" name="Text 3"/>
          <p:cNvSpPr/>
          <p:nvPr/>
        </p:nvSpPr>
        <p:spPr>
          <a:xfrm>
            <a:off x="5233360" y="1683841"/>
            <a:ext cx="6296860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Gather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5233360" y="2044502"/>
            <a:ext cx="6296860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Requirements &amp; field input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233360" y="2589312"/>
            <a:ext cx="342594" cy="2141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04C49"/>
                </a:solidFill>
                <a:latin typeface="Platypi Light" pitchFamily="34" charset="0"/>
                <a:ea typeface="Platypi Light" pitchFamily="34" charset="-122"/>
                <a:cs typeface="Platypi Light" pitchFamily="34" charset="-120"/>
              </a:rPr>
              <a:t>02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233360" y="2861370"/>
            <a:ext cx="6296860" cy="19050"/>
          </a:xfrm>
          <a:prstGeom prst="rect">
            <a:avLst/>
          </a:prstGeom>
          <a:solidFill>
            <a:srgbClr val="3E2513"/>
          </a:solidFill>
          <a:ln/>
        </p:spPr>
      </p:sp>
      <p:sp>
        <p:nvSpPr>
          <p:cNvPr id="10" name="Text 7"/>
          <p:cNvSpPr/>
          <p:nvPr/>
        </p:nvSpPr>
        <p:spPr>
          <a:xfrm>
            <a:off x="5233360" y="2985095"/>
            <a:ext cx="6296860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Modularize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5233360" y="3345755"/>
            <a:ext cx="6296860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Break topics into bite-sized lessons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233360" y="3890566"/>
            <a:ext cx="342594" cy="2141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04C49"/>
                </a:solidFill>
                <a:latin typeface="Platypi Light" pitchFamily="34" charset="0"/>
                <a:ea typeface="Platypi Light" pitchFamily="34" charset="-122"/>
                <a:cs typeface="Platypi Light" pitchFamily="34" charset="-120"/>
              </a:rPr>
              <a:t>03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233360" y="4162623"/>
            <a:ext cx="6296860" cy="19050"/>
          </a:xfrm>
          <a:prstGeom prst="rect">
            <a:avLst/>
          </a:prstGeom>
          <a:solidFill>
            <a:srgbClr val="3E2513"/>
          </a:solidFill>
          <a:ln/>
        </p:spPr>
      </p:sp>
      <p:sp>
        <p:nvSpPr>
          <p:cNvPr id="14" name="Text 11"/>
          <p:cNvSpPr/>
          <p:nvPr/>
        </p:nvSpPr>
        <p:spPr>
          <a:xfrm>
            <a:off x="5233360" y="4286349"/>
            <a:ext cx="6296860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Visualize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5233360" y="4647009"/>
            <a:ext cx="6296860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Design slides, posters, PDFs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233360" y="5191820"/>
            <a:ext cx="342594" cy="2141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04C49"/>
                </a:solidFill>
                <a:latin typeface="Platypi Light" pitchFamily="34" charset="0"/>
                <a:ea typeface="Platypi Light" pitchFamily="34" charset="-122"/>
                <a:cs typeface="Platypi Light" pitchFamily="34" charset="-120"/>
              </a:rPr>
              <a:t>04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233360" y="5463877"/>
            <a:ext cx="6296860" cy="19050"/>
          </a:xfrm>
          <a:prstGeom prst="rect">
            <a:avLst/>
          </a:prstGeom>
          <a:solidFill>
            <a:srgbClr val="3E2513"/>
          </a:solidFill>
          <a:ln/>
        </p:spPr>
      </p:sp>
      <p:sp>
        <p:nvSpPr>
          <p:cNvPr id="18" name="Text 15"/>
          <p:cNvSpPr/>
          <p:nvPr/>
        </p:nvSpPr>
        <p:spPr>
          <a:xfrm>
            <a:off x="5233360" y="5587603"/>
            <a:ext cx="6296860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Iterate</a:t>
            </a:r>
            <a:endParaRPr lang="en-US" sz="1650" dirty="0"/>
          </a:p>
        </p:txBody>
      </p:sp>
      <p:sp>
        <p:nvSpPr>
          <p:cNvPr id="19" name="Text 16"/>
          <p:cNvSpPr/>
          <p:nvPr/>
        </p:nvSpPr>
        <p:spPr>
          <a:xfrm>
            <a:off x="5233360" y="5948263"/>
            <a:ext cx="6296860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Incorporate ground feedback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28669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Deliverables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3255367"/>
            <a:ext cx="558786" cy="698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56495" y="3255367"/>
            <a:ext cx="174491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Digital Logs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1456495" y="3664049"/>
            <a:ext cx="174491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Ground visit records &amp; follow-ups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7645" y="3255367"/>
            <a:ext cx="558786" cy="6985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232665" y="3255367"/>
            <a:ext cx="174501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Analytics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4232665" y="3664049"/>
            <a:ext cx="174501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Survey charts for decision-making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3915" y="3255367"/>
            <a:ext cx="558786" cy="6985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008935" y="3255367"/>
            <a:ext cx="1745016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Learning Modules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7008935" y="3959324"/>
            <a:ext cx="174501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PPTs &amp; PDFs for students</a:t>
            </a:r>
            <a:endParaRPr lang="en-US" sz="14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0184" y="3255367"/>
            <a:ext cx="558786" cy="6985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785204" y="3255367"/>
            <a:ext cx="1745016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Awareness Assets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9785204" y="3959324"/>
            <a:ext cx="174501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Posters &amp; Instagram content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575072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Key Learnings &amp; Next Steps</a:t>
            </a:r>
            <a:endParaRPr lang="en-US" sz="3700" dirty="0"/>
          </a:p>
        </p:txBody>
      </p:sp>
      <p:sp>
        <p:nvSpPr>
          <p:cNvPr id="4" name="Shape 1"/>
          <p:cNvSpPr/>
          <p:nvPr/>
        </p:nvSpPr>
        <p:spPr>
          <a:xfrm>
            <a:off x="661475" y="2039838"/>
            <a:ext cx="3053877" cy="1693962"/>
          </a:xfrm>
          <a:prstGeom prst="roundRect">
            <a:avLst>
              <a:gd name="adj" fmla="val 1674"/>
            </a:avLst>
          </a:prstGeom>
          <a:solidFill>
            <a:srgbClr val="F9F7F7"/>
          </a:solidFill>
          <a:ln/>
        </p:spPr>
      </p:sp>
      <p:sp>
        <p:nvSpPr>
          <p:cNvPr id="5" name="Text 2"/>
          <p:cNvSpPr/>
          <p:nvPr/>
        </p:nvSpPr>
        <p:spPr>
          <a:xfrm>
            <a:off x="850482" y="2228850"/>
            <a:ext cx="26758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Impact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850482" y="2637532"/>
            <a:ext cx="267586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Simple tools drive measurable community value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3904359" y="2039838"/>
            <a:ext cx="3053976" cy="1693962"/>
          </a:xfrm>
          <a:prstGeom prst="roundRect">
            <a:avLst>
              <a:gd name="adj" fmla="val 1674"/>
            </a:avLst>
          </a:prstGeom>
          <a:solidFill>
            <a:srgbClr val="F9F7F7"/>
          </a:solidFill>
          <a:ln/>
        </p:spPr>
      </p:sp>
      <p:sp>
        <p:nvSpPr>
          <p:cNvPr id="8" name="Text 5"/>
          <p:cNvSpPr/>
          <p:nvPr/>
        </p:nvSpPr>
        <p:spPr>
          <a:xfrm>
            <a:off x="4093366" y="2228850"/>
            <a:ext cx="267596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Skills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4093366" y="2637532"/>
            <a:ext cx="2675962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Data structuring, visual design, collaborative workflow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61475" y="3922812"/>
            <a:ext cx="6296860" cy="1089124"/>
          </a:xfrm>
          <a:prstGeom prst="roundRect">
            <a:avLst>
              <a:gd name="adj" fmla="val 2603"/>
            </a:avLst>
          </a:prstGeom>
          <a:solidFill>
            <a:srgbClr val="F9F7F7"/>
          </a:solidFill>
          <a:ln/>
        </p:spPr>
      </p:sp>
      <p:sp>
        <p:nvSpPr>
          <p:cNvPr id="11" name="Text 8"/>
          <p:cNvSpPr/>
          <p:nvPr/>
        </p:nvSpPr>
        <p:spPr>
          <a:xfrm>
            <a:off x="850482" y="4111823"/>
            <a:ext cx="59188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Future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850482" y="4520505"/>
            <a:ext cx="59188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Standard templates, automated intake, modular curricula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661475" y="5224562"/>
            <a:ext cx="6296860" cy="1058366"/>
          </a:xfrm>
          <a:prstGeom prst="roundRect">
            <a:avLst>
              <a:gd name="adj" fmla="val 2679"/>
            </a:avLst>
          </a:prstGeom>
          <a:solidFill>
            <a:srgbClr val="F3E3D8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482" y="5492254"/>
            <a:ext cx="236234" cy="18901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275723" y="5460802"/>
            <a:ext cx="54936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Use these slides as a concise PPT — expand slides 5–9 with examples when presenting.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3E2513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2026-08-29T08:54:45Z</dcterms:created>
  <dcterms:modified xsi:type="dcterms:W3CDTF">2026-08-29T08:54:45Z</dcterms:modified>
</cp:coreProperties>
</file>